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3"/>
  </p:notesMasterIdLst>
  <p:handoutMasterIdLst>
    <p:handoutMasterId r:id="rId14"/>
  </p:handoutMasterIdLst>
  <p:sldIdLst>
    <p:sldId id="436" r:id="rId5"/>
    <p:sldId id="437" r:id="rId6"/>
    <p:sldId id="440" r:id="rId7"/>
    <p:sldId id="441" r:id="rId8"/>
    <p:sldId id="442" r:id="rId9"/>
    <p:sldId id="443" r:id="rId10"/>
    <p:sldId id="445" r:id="rId11"/>
    <p:sldId id="44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9D63B-5858-4876-BE3B-77AFDA075FB9}" v="994" dt="2026-05-20T23:37:20.557"/>
    <p1510:client id="{91985A3F-AB07-3972-45F9-88B540A2D36D}" v="45" dt="2026-05-20T22:58:59.350"/>
    <p1510:client id="{B59843C0-0765-4858-93A9-627A84B530C6}" v="875" dt="2026-05-20T23:41:08.443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66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83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55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4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93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B6590-E6B3-B91C-752E-88256804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3A11B3D3-2DE9-50B1-D34F-653D466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1493" y="365768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 27">
            <a:extLst>
              <a:ext uri="{FF2B5EF4-FFF2-40B4-BE49-F238E27FC236}">
                <a16:creationId xmlns:a16="http://schemas.microsoft.com/office/drawing/2014/main" id="{5EEBEB28-1DE8-01FC-1208-CE71F445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36BB78A-11DB-CCF3-7F2E-C0243B409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0220F55-A7D0-A330-0E21-94E0D5EC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734" y="835269"/>
            <a:ext cx="8690533" cy="282118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0B5AC1-38AD-9D8D-25F1-F8E10DE48A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45739" y="3858233"/>
            <a:ext cx="8700522" cy="195348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1600">
                <a:solidFill>
                  <a:schemeClr val="bg2"/>
                </a:solidFill>
              </a:defRPr>
            </a:lvl2pPr>
            <a:lvl3pPr marL="914400" indent="0" algn="ctr">
              <a:buNone/>
              <a:defRPr sz="1400">
                <a:solidFill>
                  <a:schemeClr val="bg2"/>
                </a:solidFill>
              </a:defRPr>
            </a:lvl3pPr>
            <a:lvl4pPr marL="1371600" indent="0" algn="ctr">
              <a:buNone/>
              <a:defRPr sz="1200">
                <a:solidFill>
                  <a:schemeClr val="bg2"/>
                </a:solidFill>
              </a:defRPr>
            </a:lvl4pPr>
            <a:lvl5pPr marL="18288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9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3"/>
            <a:ext cx="3347782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25269" y="2274033"/>
            <a:ext cx="6036544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6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9">
            <a:extLst>
              <a:ext uri="{FF2B5EF4-FFF2-40B4-BE49-F238E27FC236}">
                <a16:creationId xmlns:a16="http://schemas.microsoft.com/office/drawing/2014/main" id="{37D82C4C-B372-8DAD-C78B-5A7079992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E543C86-04BB-A7E0-26E4-1A793E98C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052" y="345441"/>
            <a:ext cx="10202248" cy="1766918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D1D15020-88F7-93D5-282B-0C23CB7578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5" y="2282826"/>
            <a:ext cx="3180475" cy="365125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675AC522-525C-4C6F-8F28-3B2FC909B3F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40300" y="2282825"/>
            <a:ext cx="5880100" cy="36512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00D9D4E-52D5-4BAF-8096-D301073D3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59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BE9B1BD7-8F62-244D-062B-D0A716D1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BAE39C-758E-B299-0906-86DA058B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975" y="345440"/>
            <a:ext cx="9448803" cy="174354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ED21C7D0-0E84-DFA8-FC77-93D7B17FA7E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365250" y="2295525"/>
            <a:ext cx="9448800" cy="36528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4F72DC-A10E-0921-2E94-08CAC9D50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8" r:id="rId14"/>
    <p:sldLayoutId id="2147483729" r:id="rId15"/>
    <p:sldLayoutId id="2147483730" r:id="rId16"/>
    <p:sldLayoutId id="2147483731" r:id="rId17"/>
    <p:sldLayoutId id="2147483733" r:id="rId18"/>
    <p:sldLayoutId id="2147483735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Plateforme Web </a:t>
            </a:r>
            <a:r>
              <a:rPr lang="fr-CA" noProof="0" err="1"/>
              <a:t>Stargear</a:t>
            </a:r>
            <a:endParaRPr lang="fr-CA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fr-CA" noProof="0" smtClean="0"/>
              <a:pPr/>
              <a:t>1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Les membres de l'équipe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fontAlgn="base"/>
            <a:r>
              <a:rPr lang="fr-CA" noProof="0"/>
              <a:t>Felix Allard :​ Page Inscription / Connection, Page Admin, Page Boutique, Page Compte, Backend, API,  </a:t>
            </a:r>
            <a:r>
              <a:rPr lang="fr-CA" noProof="0" err="1"/>
              <a:t>ReadMe</a:t>
            </a:r>
            <a:endParaRPr lang="fr-CA" noProof="0"/>
          </a:p>
          <a:p>
            <a:pPr fontAlgn="base"/>
            <a:r>
              <a:rPr lang="fr-CA" noProof="0"/>
              <a:t>Maxime Tournier : Page Jeu, Page </a:t>
            </a:r>
            <a:r>
              <a:rPr lang="fr-CA" noProof="0" err="1"/>
              <a:t>Bibliotheque</a:t>
            </a:r>
            <a:r>
              <a:rPr lang="fr-CA" noProof="0"/>
              <a:t>, Revue de PR, </a:t>
            </a:r>
            <a:r>
              <a:rPr lang="fr-CA" noProof="0" err="1"/>
              <a:t>Debogueur</a:t>
            </a:r>
            <a:r>
              <a:rPr lang="fr-CA" noProof="0"/>
              <a:t>, Ancienne DB</a:t>
            </a:r>
          </a:p>
          <a:p>
            <a:pPr fontAlgn="base"/>
            <a:r>
              <a:rPr lang="fr-CA" noProof="0"/>
              <a:t>Jean-Luc </a:t>
            </a:r>
            <a:r>
              <a:rPr lang="fr-CA" noProof="0" err="1"/>
              <a:t>Ciolpan</a:t>
            </a:r>
            <a:r>
              <a:rPr lang="fr-CA" noProof="0"/>
              <a:t> : Page D’accueil, Page À Propos, Panier D’achat, Page Admin​</a:t>
            </a:r>
          </a:p>
          <a:p>
            <a:pPr fontAlgn="base"/>
            <a:r>
              <a:rPr lang="fr-CA" noProof="0"/>
              <a:t>Yannis Arris : Maquettes, Panier D’achat, Aide avec MongoDB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fr-CA" noProof="0" smtClean="0"/>
              <a:pPr/>
              <a:t>2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Les grandes lignes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fr-CA" noProof="0"/>
              <a:t>Site web de ventes de jeux de touts époques et popularités</a:t>
            </a:r>
          </a:p>
          <a:p>
            <a:r>
              <a:rPr lang="fr-CA" noProof="0"/>
              <a:t>Permet aux utilisateurs de parcourir des jeux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fr-CA" noProof="0" smtClean="0"/>
              <a:pPr/>
              <a:t>3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C2EC19-A157-8389-07DB-65065908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734" y="835269"/>
            <a:ext cx="8695527" cy="828939"/>
          </a:xfrm>
        </p:spPr>
        <p:txBody>
          <a:bodyPr/>
          <a:lstStyle/>
          <a:p>
            <a:r>
              <a:rPr lang="fr-CA" noProof="0"/>
              <a:t>Technologies et packages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6390D-BFD6-DF07-2067-06D2785D58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50734" y="1755113"/>
            <a:ext cx="3324186" cy="3612415"/>
          </a:xfrm>
        </p:spPr>
        <p:txBody>
          <a:bodyPr>
            <a:normAutofit/>
          </a:bodyPr>
          <a:lstStyle/>
          <a:p>
            <a:pPr algn="l"/>
            <a:r>
              <a:rPr lang="fr-CA" noProof="0"/>
              <a:t>Technologies internes</a:t>
            </a:r>
          </a:p>
          <a:p>
            <a:pPr algn="l"/>
            <a:r>
              <a:rPr lang="fr-CA" noProof="0"/>
              <a:t>-</a:t>
            </a:r>
            <a:r>
              <a:rPr lang="fr-CA" noProof="0" err="1"/>
              <a:t>React</a:t>
            </a:r>
            <a:r>
              <a:rPr lang="fr-CA" noProof="0"/>
              <a:t>, Node.JS, </a:t>
            </a:r>
            <a:r>
              <a:rPr lang="fr-CA" noProof="0" err="1"/>
              <a:t>Toastify</a:t>
            </a:r>
            <a:endParaRPr lang="fr-CA" noProof="0"/>
          </a:p>
          <a:p>
            <a:pPr algn="l"/>
            <a:r>
              <a:rPr lang="fr-CA"/>
              <a:t>-</a:t>
            </a:r>
            <a:r>
              <a:rPr lang="fr-CA" err="1"/>
              <a:t>BootStrap</a:t>
            </a:r>
            <a:r>
              <a:rPr lang="fr-CA"/>
              <a:t>, CSS</a:t>
            </a:r>
          </a:p>
          <a:p>
            <a:pPr algn="l"/>
            <a:r>
              <a:rPr lang="fr-CA" noProof="0"/>
              <a:t>-Mongo</a:t>
            </a:r>
          </a:p>
          <a:p>
            <a:pPr algn="l"/>
            <a:r>
              <a:rPr lang="fr-CA"/>
              <a:t>-JWT</a:t>
            </a:r>
          </a:p>
          <a:p>
            <a:pPr algn="l"/>
            <a:r>
              <a:rPr lang="fr-CA" noProof="0"/>
              <a:t>-API externe (IGDB)</a:t>
            </a:r>
          </a:p>
          <a:p>
            <a:pPr algn="l"/>
            <a:r>
              <a:rPr lang="fr-CA" noProof="0"/>
              <a:t>-</a:t>
            </a:r>
            <a:r>
              <a:rPr lang="fr-CA" noProof="0" err="1"/>
              <a:t>Bcrypt</a:t>
            </a:r>
            <a:r>
              <a:rPr lang="fr-CA" noProof="0"/>
              <a:t>, Cookie-</a:t>
            </a:r>
            <a:r>
              <a:rPr lang="fr-CA"/>
              <a:t>P</a:t>
            </a:r>
            <a:r>
              <a:rPr lang="fr-CA" noProof="0" err="1"/>
              <a:t>arser</a:t>
            </a:r>
            <a:r>
              <a:rPr lang="fr-CA" noProof="0"/>
              <a:t>, </a:t>
            </a:r>
            <a:r>
              <a:rPr lang="fr-CA" noProof="0" err="1"/>
              <a:t>dotenv</a:t>
            </a:r>
            <a:endParaRPr lang="fr-CA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E2532-F4A7-30E2-0525-1FF82D28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fr-CA" noProof="0" smtClean="0"/>
              <a:pPr/>
              <a:t>4</a:t>
            </a:fld>
            <a:endParaRPr lang="fr-CA" noProof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B31F5AC-D869-EB41-D6C7-A4AB7934349F}"/>
              </a:ext>
            </a:extLst>
          </p:cNvPr>
          <p:cNvSpPr txBox="1">
            <a:spLocks/>
          </p:cNvSpPr>
          <p:nvPr/>
        </p:nvSpPr>
        <p:spPr>
          <a:xfrm>
            <a:off x="5185830" y="1755112"/>
            <a:ext cx="3324186" cy="3612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CA"/>
              <a:t>Technologies externes</a:t>
            </a:r>
          </a:p>
          <a:p>
            <a:pPr algn="l"/>
            <a:r>
              <a:rPr lang="fr-CA"/>
              <a:t>-</a:t>
            </a:r>
            <a:r>
              <a:rPr lang="fr-CA" err="1"/>
              <a:t>Github</a:t>
            </a:r>
            <a:endParaRPr lang="fr-CA"/>
          </a:p>
          <a:p>
            <a:pPr algn="l"/>
            <a:r>
              <a:rPr lang="fr-CA"/>
              <a:t>-Discord</a:t>
            </a:r>
          </a:p>
          <a:p>
            <a:pPr algn="l"/>
            <a:r>
              <a:rPr lang="fr-CA"/>
              <a:t>-Trello</a:t>
            </a:r>
          </a:p>
        </p:txBody>
      </p:sp>
    </p:spTree>
    <p:extLst>
      <p:ext uri="{BB962C8B-B14F-4D97-AF65-F5344CB8AC3E}">
        <p14:creationId xmlns:p14="http://schemas.microsoft.com/office/powerpoint/2010/main" val="247034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8226B21-7EEE-457E-BC57-B9EB1CC7A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FF7C7-E2F6-481F-A3EA-1C41F7061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50224"/>
            <a:ext cx="12191999" cy="25295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10A769-6528-494B-A3D4-47492DFC0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350224"/>
            <a:ext cx="12192000" cy="2529561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230A3A2-13D1-43FD-BC65-86D09CD51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50224"/>
            <a:ext cx="9108074" cy="2536385"/>
          </a:xfrm>
          <a:custGeom>
            <a:avLst/>
            <a:gdLst>
              <a:gd name="connsiteX0" fmla="*/ 0 w 9108074"/>
              <a:gd name="connsiteY0" fmla="*/ 0 h 2536385"/>
              <a:gd name="connsiteX1" fmla="*/ 1774120 w 9108074"/>
              <a:gd name="connsiteY1" fmla="*/ 0 h 2536385"/>
              <a:gd name="connsiteX2" fmla="*/ 3862043 w 9108074"/>
              <a:gd name="connsiteY2" fmla="*/ 0 h 2536385"/>
              <a:gd name="connsiteX3" fmla="*/ 6665734 w 9108074"/>
              <a:gd name="connsiteY3" fmla="*/ 0 h 2536385"/>
              <a:gd name="connsiteX4" fmla="*/ 6912337 w 9108074"/>
              <a:gd name="connsiteY4" fmla="*/ 23016 h 2536385"/>
              <a:gd name="connsiteX5" fmla="*/ 9108074 w 9108074"/>
              <a:gd name="connsiteY5" fmla="*/ 2515032 h 2536385"/>
              <a:gd name="connsiteX6" fmla="*/ 9107087 w 9108074"/>
              <a:gd name="connsiteY6" fmla="*/ 2536385 h 2536385"/>
              <a:gd name="connsiteX7" fmla="*/ 0 w 9108074"/>
              <a:gd name="connsiteY7" fmla="*/ 2536385 h 253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08074" h="2536385">
                <a:moveTo>
                  <a:pt x="0" y="0"/>
                </a:moveTo>
                <a:lnTo>
                  <a:pt x="1774120" y="0"/>
                </a:lnTo>
                <a:lnTo>
                  <a:pt x="3862043" y="0"/>
                </a:lnTo>
                <a:lnTo>
                  <a:pt x="6665734" y="0"/>
                </a:lnTo>
                <a:lnTo>
                  <a:pt x="6912337" y="23016"/>
                </a:lnTo>
                <a:cubicBezTo>
                  <a:pt x="8145650" y="151293"/>
                  <a:pt x="9108074" y="1218052"/>
                  <a:pt x="9108074" y="2515032"/>
                </a:cubicBezTo>
                <a:lnTo>
                  <a:pt x="9107087" y="2536385"/>
                </a:lnTo>
                <a:lnTo>
                  <a:pt x="0" y="25363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67" y="5271511"/>
            <a:ext cx="7397087" cy="15274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>
                <a:solidFill>
                  <a:srgbClr val="FFFFFF"/>
                </a:solidFill>
              </a:rPr>
              <a:t>Architecture</a:t>
            </a:r>
            <a:endParaRPr lang="en-US" sz="4400" noProof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3DD83E-DF09-15E2-3EE2-99D625378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6" y="-581025"/>
            <a:ext cx="12196895" cy="579352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noProof="0"/>
              <a:pPr algn="r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900" noProof="0"/>
          </a:p>
        </p:txBody>
      </p:sp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945D54-A284-835B-B949-4F6D36F3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Rationnel des technologies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80981-6211-B9EF-9A10-4D4B043758C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A" noProof="0" err="1"/>
              <a:t>React</a:t>
            </a:r>
            <a:r>
              <a:rPr lang="fr-CA" noProof="0"/>
              <a:t> – ce que tout les membres connaissait le mieux</a:t>
            </a:r>
          </a:p>
          <a:p>
            <a:r>
              <a:rPr lang="fr-CA" noProof="0"/>
              <a:t>Bootstrap – convenable et aisé</a:t>
            </a:r>
          </a:p>
          <a:p>
            <a:r>
              <a:rPr lang="fr-CA" noProof="0"/>
              <a:t> Mongo – Facile à utiliser</a:t>
            </a:r>
          </a:p>
          <a:p>
            <a:r>
              <a:rPr lang="fr-CA"/>
              <a:t>JWT – permet des fonctionnalité facilitant le backend</a:t>
            </a:r>
          </a:p>
          <a:p>
            <a:r>
              <a:rPr lang="fr-CA" noProof="0"/>
              <a:t>API IGBD = Facilité d’accès aux jeux vidéos</a:t>
            </a:r>
          </a:p>
          <a:p>
            <a:r>
              <a:rPr lang="fr-CA" err="1"/>
              <a:t>Bcrypt</a:t>
            </a:r>
            <a:r>
              <a:rPr lang="fr-CA"/>
              <a:t> – </a:t>
            </a:r>
            <a:r>
              <a:rPr lang="fr-CA" err="1"/>
              <a:t>Encryption</a:t>
            </a:r>
            <a:r>
              <a:rPr lang="fr-CA"/>
              <a:t> sécurisé et convenable</a:t>
            </a:r>
            <a:endParaRPr lang="fr-CA" noProof="0"/>
          </a:p>
          <a:p>
            <a:endParaRPr lang="fr-CA" noProof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041F6D-09FB-DE91-905B-ACA52F64E5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98895" y="2274032"/>
            <a:ext cx="2891376" cy="3436653"/>
          </a:xfrm>
        </p:spPr>
        <p:txBody>
          <a:bodyPr/>
          <a:lstStyle/>
          <a:p>
            <a:pPr marL="0" indent="0">
              <a:buNone/>
            </a:pPr>
            <a:r>
              <a:rPr lang="fr-CA" noProof="0" err="1"/>
              <a:t>Github</a:t>
            </a:r>
            <a:r>
              <a:rPr lang="fr-CA" noProof="0"/>
              <a:t> – Familiarité et </a:t>
            </a:r>
            <a:r>
              <a:rPr lang="fr-CA" noProof="0" err="1"/>
              <a:t>aissance</a:t>
            </a:r>
            <a:endParaRPr lang="fr-CA" noProof="0"/>
          </a:p>
          <a:p>
            <a:pPr marL="0" indent="0">
              <a:buNone/>
            </a:pPr>
            <a:r>
              <a:rPr lang="fr-CA"/>
              <a:t>Discord –  convenait le mieux pour les membres de l’équipe</a:t>
            </a:r>
          </a:p>
          <a:p>
            <a:pPr marL="0" indent="0">
              <a:buNone/>
            </a:pPr>
            <a:r>
              <a:rPr lang="fr-CA" noProof="0"/>
              <a:t>Trello – organisation et séparation des taches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E04509-99F0-B7A3-5C7A-C5A635046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fr-CA" noProof="0" smtClean="0"/>
              <a:pPr/>
              <a:t>6</a:t>
            </a:fld>
            <a:endParaRPr lang="fr-CA" noProof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2299351-D592-4E57-7764-A8EB57B309E6}"/>
              </a:ext>
            </a:extLst>
          </p:cNvPr>
          <p:cNvSpPr txBox="1">
            <a:spLocks/>
          </p:cNvSpPr>
          <p:nvPr/>
        </p:nvSpPr>
        <p:spPr>
          <a:xfrm>
            <a:off x="8302650" y="2274032"/>
            <a:ext cx="2891376" cy="3436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A"/>
              <a:t>Architecture:</a:t>
            </a:r>
          </a:p>
          <a:p>
            <a:pPr>
              <a:buFontTx/>
              <a:buChar char="-"/>
            </a:pPr>
            <a:r>
              <a:rPr lang="fr-CA"/>
              <a:t>Structure organisée et claire</a:t>
            </a:r>
          </a:p>
          <a:p>
            <a:pPr>
              <a:buFontTx/>
              <a:buChar char="-"/>
            </a:pPr>
            <a:r>
              <a:rPr lang="fr-CA"/>
              <a:t>Simplicité</a:t>
            </a:r>
          </a:p>
          <a:p>
            <a:pPr>
              <a:buFontTx/>
              <a:buChar char="-"/>
            </a:pPr>
            <a:endParaRPr lang="fr-CA"/>
          </a:p>
          <a:p>
            <a:pPr>
              <a:buFontTx/>
              <a:buChar char="-"/>
            </a:pP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54249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B8613F-2883-10AE-89EE-754728CF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/>
              <a:t>Apprentissages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05B3C4-FE12-5928-4EAA-8598EFD0C58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205" y="2282826"/>
            <a:ext cx="7251587" cy="3651250"/>
          </a:xfrm>
        </p:spPr>
        <p:txBody>
          <a:bodyPr>
            <a:normAutofit/>
          </a:bodyPr>
          <a:lstStyle/>
          <a:p>
            <a:r>
              <a:rPr lang="fr-CA" sz="2400" noProof="0"/>
              <a:t>Utilisation de nouvelles technologies</a:t>
            </a:r>
          </a:p>
          <a:p>
            <a:r>
              <a:rPr lang="fr-CA" sz="2400"/>
              <a:t>Travail en équipe par semaine</a:t>
            </a:r>
          </a:p>
          <a:p>
            <a:r>
              <a:rPr lang="fr-CA" sz="2400" noProof="0"/>
              <a:t>Utilisation propre de GitHub</a:t>
            </a:r>
          </a:p>
          <a:p>
            <a:r>
              <a:rPr lang="fr-CA" sz="2400"/>
              <a:t>Préparation adéquate et les analyses</a:t>
            </a:r>
          </a:p>
          <a:p>
            <a:r>
              <a:rPr lang="fr-CA" sz="2400"/>
              <a:t>Travail multi-livrable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97A5F-8A74-2493-9B0C-E5376396F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fr-CA" noProof="0" smtClean="0"/>
              <a:pPr/>
              <a:t>7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74882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546463B-70A1-43E6-B786-035D36280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813B66-A56C-47CF-A925-B6177C5A6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517E074-21FE-461F-9CB8-585502F3E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269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3482242 h 6858000"/>
              <a:gd name="connsiteX5" fmla="*/ 1231 w 12192000"/>
              <a:gd name="connsiteY5" fmla="*/ 3482242 h 6858000"/>
              <a:gd name="connsiteX6" fmla="*/ 18151 w 12192000"/>
              <a:gd name="connsiteY6" fmla="*/ 3147147 h 6858000"/>
              <a:gd name="connsiteX7" fmla="*/ 3178853 w 12192000"/>
              <a:gd name="connsiteY7" fmla="*/ 644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269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3482242"/>
                </a:lnTo>
                <a:lnTo>
                  <a:pt x="1231" y="3482242"/>
                </a:lnTo>
                <a:lnTo>
                  <a:pt x="18151" y="3147147"/>
                </a:lnTo>
                <a:cubicBezTo>
                  <a:pt x="186961" y="1484908"/>
                  <a:pt x="1513587" y="164949"/>
                  <a:pt x="3178853" y="6448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CCC1C5C-A27C-49C2-896E-78C2744FB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516931" cy="6858000"/>
          </a:xfrm>
          <a:custGeom>
            <a:avLst/>
            <a:gdLst>
              <a:gd name="connsiteX0" fmla="*/ 0 w 5516931"/>
              <a:gd name="connsiteY0" fmla="*/ 0 h 6858000"/>
              <a:gd name="connsiteX1" fmla="*/ 5516931 w 5516931"/>
              <a:gd name="connsiteY1" fmla="*/ 0 h 6858000"/>
              <a:gd name="connsiteX2" fmla="*/ 2085976 w 5516931"/>
              <a:gd name="connsiteY2" fmla="*/ 3430955 h 6858000"/>
              <a:gd name="connsiteX3" fmla="*/ 5340375 w 5516931"/>
              <a:gd name="connsiteY3" fmla="*/ 6857446 h 6858000"/>
              <a:gd name="connsiteX4" fmla="*/ 5362287 w 5516931"/>
              <a:gd name="connsiteY4" fmla="*/ 6858000 h 6858000"/>
              <a:gd name="connsiteX5" fmla="*/ 0 w 5516931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16931" h="6858000">
                <a:moveTo>
                  <a:pt x="0" y="0"/>
                </a:moveTo>
                <a:lnTo>
                  <a:pt x="5516931" y="0"/>
                </a:lnTo>
                <a:cubicBezTo>
                  <a:pt x="3622067" y="0"/>
                  <a:pt x="2085976" y="1536091"/>
                  <a:pt x="2085976" y="3430955"/>
                </a:cubicBezTo>
                <a:cubicBezTo>
                  <a:pt x="2085976" y="5266604"/>
                  <a:pt x="3527561" y="6765554"/>
                  <a:pt x="5340375" y="6857446"/>
                </a:cubicBezTo>
                <a:lnTo>
                  <a:pt x="53622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458ADD3-908A-40BF-A877-0C59E8E80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1472769"/>
            <a:ext cx="12192000" cy="5385231"/>
          </a:xfrm>
          <a:custGeom>
            <a:avLst/>
            <a:gdLst>
              <a:gd name="connsiteX0" fmla="*/ 400 w 12192000"/>
              <a:gd name="connsiteY0" fmla="*/ 0 h 5385231"/>
              <a:gd name="connsiteX1" fmla="*/ 12192000 w 12192000"/>
              <a:gd name="connsiteY1" fmla="*/ 0 h 5385231"/>
              <a:gd name="connsiteX2" fmla="*/ 12192000 w 12192000"/>
              <a:gd name="connsiteY2" fmla="*/ 2227050 h 5385231"/>
              <a:gd name="connsiteX3" fmla="*/ 11930785 w 12192000"/>
              <a:gd name="connsiteY3" fmla="*/ 2227050 h 5385231"/>
              <a:gd name="connsiteX4" fmla="*/ 11930785 w 12192000"/>
              <a:gd name="connsiteY4" fmla="*/ 2227047 h 5385231"/>
              <a:gd name="connsiteX5" fmla="*/ 3759663 w 12192000"/>
              <a:gd name="connsiteY5" fmla="*/ 2227047 h 5385231"/>
              <a:gd name="connsiteX6" fmla="*/ 3759663 w 12192000"/>
              <a:gd name="connsiteY6" fmla="*/ 2229581 h 5385231"/>
              <a:gd name="connsiteX7" fmla="*/ 3658429 w 12192000"/>
              <a:gd name="connsiteY7" fmla="*/ 2227047 h 5385231"/>
              <a:gd name="connsiteX8" fmla="*/ 32453 w 12192000"/>
              <a:gd name="connsiteY8" fmla="*/ 5170296 h 5385231"/>
              <a:gd name="connsiteX9" fmla="*/ 0 w 12192000"/>
              <a:gd name="connsiteY9" fmla="*/ 5385231 h 5385231"/>
              <a:gd name="connsiteX10" fmla="*/ 0 w 12192000"/>
              <a:gd name="connsiteY10" fmla="*/ 626845 h 5385231"/>
              <a:gd name="connsiteX11" fmla="*/ 400 w 12192000"/>
              <a:gd name="connsiteY11" fmla="*/ 626845 h 538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385231">
                <a:moveTo>
                  <a:pt x="400" y="0"/>
                </a:moveTo>
                <a:lnTo>
                  <a:pt x="12192000" y="0"/>
                </a:lnTo>
                <a:lnTo>
                  <a:pt x="12192000" y="2227050"/>
                </a:lnTo>
                <a:lnTo>
                  <a:pt x="11930785" y="2227050"/>
                </a:lnTo>
                <a:lnTo>
                  <a:pt x="11930785" y="2227047"/>
                </a:lnTo>
                <a:lnTo>
                  <a:pt x="3759663" y="2227047"/>
                </a:lnTo>
                <a:lnTo>
                  <a:pt x="3759663" y="2229581"/>
                </a:lnTo>
                <a:lnTo>
                  <a:pt x="3658429" y="2227047"/>
                </a:lnTo>
                <a:cubicBezTo>
                  <a:pt x="1864110" y="2227047"/>
                  <a:pt x="368387" y="3492213"/>
                  <a:pt x="32453" y="5170296"/>
                </a:cubicBezTo>
                <a:lnTo>
                  <a:pt x="0" y="5385231"/>
                </a:lnTo>
                <a:lnTo>
                  <a:pt x="0" y="626845"/>
                </a:lnTo>
                <a:lnTo>
                  <a:pt x="400" y="626845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EC8120-03A6-79A1-60C1-65C1DD280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955200"/>
            <a:ext cx="6981825" cy="2911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 noProof="0">
                <a:solidFill>
                  <a:srgbClr val="FFFFFF"/>
                </a:solidFill>
              </a:rPr>
              <a:t>Merci!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2AD04E-B0C3-A19B-5DDC-ECB871A83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noProof="0" smtClean="0">
                <a:solidFill>
                  <a:srgbClr val="FFFFFF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1900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804628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840E3786B7FF46804168EABA3BA760" ma:contentTypeVersion="11" ma:contentTypeDescription="Crée un document." ma:contentTypeScope="" ma:versionID="e8eab19c1348f59edbd57001b9d13ec5">
  <xsd:schema xmlns:xsd="http://www.w3.org/2001/XMLSchema" xmlns:xs="http://www.w3.org/2001/XMLSchema" xmlns:p="http://schemas.microsoft.com/office/2006/metadata/properties" xmlns:ns3="16edb62b-54a7-480b-9ce6-58c57fba4289" targetNamespace="http://schemas.microsoft.com/office/2006/metadata/properties" ma:root="true" ma:fieldsID="15297a3a70abe03eda9dc503c8a8d966" ns3:_="">
    <xsd:import namespace="16edb62b-54a7-480b-9ce6-58c57fba428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edb62b-54a7-480b-9ce6-58c57fba428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edb62b-54a7-480b-9ce6-58c57fba428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F2D814-3882-43B6-8790-9B44B6B9C520}">
  <ds:schemaRefs>
    <ds:schemaRef ds:uri="16edb62b-54a7-480b-9ce6-58c57fba42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0D7C3E5-1734-4636-9EC5-AEB06BF1FB20}">
  <ds:schemaRefs>
    <ds:schemaRef ds:uri="http://purl.org/dc/elements/1.1/"/>
    <ds:schemaRef ds:uri="16edb62b-54a7-480b-9ce6-58c57fba42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{3A35AD65-E623-4574-A119-BC6940179587}TFce6c19b5-b857-4146-b2d9-33ca01394bc5af92e1a2_win32-293333268dd9</Template>
  <TotalTime>0</TotalTime>
  <Words>251</Words>
  <Application>Microsoft Office PowerPoint</Application>
  <PresentationFormat>Grand écran</PresentationFormat>
  <Paragraphs>58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Arial Nova Light</vt:lpstr>
      <vt:lpstr>Calibri</vt:lpstr>
      <vt:lpstr>Elephant</vt:lpstr>
      <vt:lpstr>ModOverlayVTI</vt:lpstr>
      <vt:lpstr>Plateforme Web Stargear</vt:lpstr>
      <vt:lpstr>Les membres de l'équipe</vt:lpstr>
      <vt:lpstr>Les grandes lignes </vt:lpstr>
      <vt:lpstr>Technologies et packages</vt:lpstr>
      <vt:lpstr>Architecture</vt:lpstr>
      <vt:lpstr>Rationnel des technologies</vt:lpstr>
      <vt:lpstr>Apprentissages</vt:lpstr>
      <vt:lpstr>Merci!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Tournier, Maxime</dc:creator>
  <cp:lastModifiedBy>Tournier, Maxime</cp:lastModifiedBy>
  <cp:revision>2</cp:revision>
  <dcterms:created xsi:type="dcterms:W3CDTF">2026-05-20T22:52:22Z</dcterms:created>
  <dcterms:modified xsi:type="dcterms:W3CDTF">2026-05-21T01:54:34Z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0x010100C8840E3786B7FF46804168EABA3BA760</vt:lpwstr>
  </property>
</Properties>
</file>